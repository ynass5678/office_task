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2921-C9AC-4114-B638-9C00BFFBC34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9984E-3FA3-4DDD-B6B6-29E509F28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228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F9984E-3FA3-4DDD-B6B6-29E509F281C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021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задачами</a:t>
            </a:r>
            <a:r>
              <a:rPr dirty="0"/>
              <a:t> </a:t>
            </a:r>
            <a:r>
              <a:rPr dirty="0" err="1"/>
              <a:t>сотрудника</a:t>
            </a:r>
            <a:r>
              <a:rPr dirty="0"/>
              <a:t> </a:t>
            </a:r>
            <a:r>
              <a:rPr dirty="0" err="1"/>
              <a:t>офиса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веб-приложения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личными</a:t>
            </a:r>
            <a:r>
              <a:rPr dirty="0"/>
              <a:t> </a:t>
            </a:r>
            <a:r>
              <a:rPr dirty="0" err="1"/>
              <a:t>задачами</a:t>
            </a:r>
            <a:endParaRPr dirty="0"/>
          </a:p>
          <a:p>
            <a:endParaRPr dirty="0"/>
          </a:p>
          <a:p>
            <a:r>
              <a:rPr dirty="0" err="1"/>
              <a:t>Выполнил</a:t>
            </a:r>
            <a:r>
              <a:rPr dirty="0"/>
              <a:t>: </a:t>
            </a:r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ИС22-01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Резников Александр</a:t>
            </a:r>
            <a:endParaRPr dirty="0"/>
          </a:p>
          <a:p>
            <a:r>
              <a:rPr dirty="0" err="1"/>
              <a:t>Руководитель</a:t>
            </a:r>
            <a:r>
              <a:rPr dirty="0"/>
              <a:t>:</a:t>
            </a:r>
            <a:r>
              <a:rPr lang="ru-RU" dirty="0"/>
              <a:t>Шихова Ю.А</a:t>
            </a:r>
            <a:endParaRPr dirty="0"/>
          </a:p>
          <a:p>
            <a:pPr marL="0" indent="0">
              <a:buNone/>
            </a:pPr>
            <a:r>
              <a:rPr dirty="0"/>
              <a:t>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Интерфейс: Авторизация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Форма входа</a:t>
            </a:r>
          </a:p>
          <a:p>
            <a:r>
              <a:t>Поля логин/пароль</a:t>
            </a:r>
          </a:p>
          <a:p>
            <a:r>
              <a:t>Кнопка входа</a:t>
            </a:r>
          </a:p>
          <a:p>
            <a:r>
              <a:t>Ссылка на регистрацию</a:t>
            </a: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765" y="1917971"/>
            <a:ext cx="7017235" cy="3680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Интерфейс: Главная страница (задачи)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Список задач</a:t>
            </a:r>
          </a:p>
          <a:p>
            <a:r>
              <a:t>Кнопка добавления</a:t>
            </a:r>
          </a:p>
          <a:p>
            <a:r>
              <a:t>Поиск и фильтрация</a:t>
            </a:r>
          </a:p>
          <a:p>
            <a:r>
              <a:t>Отображение статусов</a:t>
            </a:r>
          </a:p>
        </p:txBody>
      </p:sp>
      <p:pic>
        <p:nvPicPr>
          <p:cNvPr id="5" name="Picture 3" descr="2.png">
            <a:extLst>
              <a:ext uri="{FF2B5EF4-FFF2-40B4-BE49-F238E27FC236}">
                <a16:creationId xmlns:a16="http://schemas.microsoft.com/office/drawing/2014/main" id="{0419A47B-A7C5-194E-D7C3-FA801C8FD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748" y="2010533"/>
            <a:ext cx="7063987" cy="35448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</a:t>
            </a:r>
            <a:r>
              <a:rPr lang="ru-RU" dirty="0"/>
              <a:t>диаграмма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dirty="0"/>
          </a:p>
        </p:txBody>
      </p:sp>
      <p:pic>
        <p:nvPicPr>
          <p:cNvPr id="4" name="Picture 3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452" y="1406520"/>
            <a:ext cx="6197097" cy="5176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Интерфейс</a:t>
            </a:r>
            <a:r>
              <a:rPr dirty="0"/>
              <a:t>: </a:t>
            </a:r>
            <a:r>
              <a:rPr dirty="0" err="1"/>
              <a:t>Админ-панель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Статистика задач</a:t>
            </a:r>
          </a:p>
          <a:p>
            <a:r>
              <a:t>Управление пользователями</a:t>
            </a:r>
          </a:p>
          <a:p>
            <a:r>
              <a:t>Роли и доступы</a:t>
            </a:r>
          </a:p>
        </p:txBody>
      </p:sp>
      <p:pic>
        <p:nvPicPr>
          <p:cNvPr id="5" name="Picture 3" descr="7.png">
            <a:extLst>
              <a:ext uri="{FF2B5EF4-FFF2-40B4-BE49-F238E27FC236}">
                <a16:creationId xmlns:a16="http://schemas.microsoft.com/office/drawing/2014/main" id="{232443BE-FDD4-F8B9-D24B-DEB60A8C8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383" y="3014120"/>
            <a:ext cx="6146067" cy="3188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Интерфейс: Админ (пример работы)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Просмотр и изменение ролей</a:t>
            </a:r>
          </a:p>
          <a:p>
            <a:r>
              <a:t>Активация пользователей</a:t>
            </a:r>
          </a:p>
          <a:p>
            <a:r>
              <a:t>Контроль системы</a:t>
            </a:r>
          </a:p>
        </p:txBody>
      </p:sp>
      <p:pic>
        <p:nvPicPr>
          <p:cNvPr id="4" name="Picture 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121" y="2869692"/>
            <a:ext cx="7375986" cy="38416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Авторизация</a:t>
            </a:r>
            <a:endParaRPr dirty="0"/>
          </a:p>
          <a:p>
            <a:r>
              <a:rPr dirty="0"/>
              <a:t>C</a:t>
            </a:r>
            <a:r>
              <a:rPr lang="ru-RU" dirty="0" err="1"/>
              <a:t>оздание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  <a:p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  <a:p>
            <a:r>
              <a:rPr dirty="0" err="1"/>
              <a:t>Отслеживание</a:t>
            </a:r>
            <a:r>
              <a:rPr lang="en-US" dirty="0"/>
              <a:t>/</a:t>
            </a:r>
            <a:r>
              <a:rPr lang="ru-RU" dirty="0"/>
              <a:t>изменение</a:t>
            </a:r>
            <a:r>
              <a:rPr dirty="0"/>
              <a:t> </a:t>
            </a:r>
            <a:r>
              <a:rPr dirty="0" err="1"/>
              <a:t>статуса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Разработано веб-приложение</a:t>
            </a:r>
          </a:p>
          <a:p>
            <a:r>
              <a:t>Реализованы ключевые функции</a:t>
            </a:r>
          </a:p>
          <a:p>
            <a:r>
              <a:t>Возможности расширения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106</Words>
  <Application>Microsoft Office PowerPoint</Application>
  <PresentationFormat>Широкоэкранный</PresentationFormat>
  <Paragraphs>37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Система управления задачами сотрудника офиса</vt:lpstr>
      <vt:lpstr>Интерфейс: Авторизация</vt:lpstr>
      <vt:lpstr>Интерфейс: Главная страница (задачи)</vt:lpstr>
      <vt:lpstr>Er-диаграмма</vt:lpstr>
      <vt:lpstr>Интерфейс: Админ-панель</vt:lpstr>
      <vt:lpstr>Интерфейс: Админ (пример работы)</vt:lpstr>
      <vt:lpstr>Основные функции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rzxzwer@outlook.com</cp:lastModifiedBy>
  <cp:revision>4</cp:revision>
  <dcterms:created xsi:type="dcterms:W3CDTF">2013-01-27T09:14:16Z</dcterms:created>
  <dcterms:modified xsi:type="dcterms:W3CDTF">2026-03-18T19:34:03Z</dcterms:modified>
  <cp:category/>
</cp:coreProperties>
</file>